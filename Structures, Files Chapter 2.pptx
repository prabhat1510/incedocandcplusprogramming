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5487" autoAdjust="0"/>
  </p:normalViewPr>
  <p:slideViewPr>
    <p:cSldViewPr snapToGrid="0">
      <p:cViewPr varScale="1">
        <p:scale>
          <a:sx n="56" d="100"/>
          <a:sy n="56" d="100"/>
        </p:scale>
        <p:origin x="171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56414-DF09-4652-BE9F-91FB041FDF5A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142B7-EDDC-4676-8A87-FB4F45D01D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642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endParaRPr lang="en-IN" dirty="0"/>
          </a:p>
          <a:p>
            <a:r>
              <a:rPr lang="en-IN" dirty="0"/>
              <a:t>struct Student {</a:t>
            </a:r>
          </a:p>
          <a:p>
            <a:r>
              <a:rPr lang="en-IN" dirty="0"/>
              <a:t>    int id;</a:t>
            </a:r>
          </a:p>
          <a:p>
            <a:r>
              <a:rPr lang="en-IN" dirty="0"/>
              <a:t>    char name[20];</a:t>
            </a:r>
          </a:p>
          <a:p>
            <a:r>
              <a:rPr lang="en-IN" dirty="0"/>
              <a:t>    float marks;</a:t>
            </a:r>
          </a:p>
          <a:p>
            <a:r>
              <a:rPr lang="en-IN" dirty="0"/>
              <a:t>};</a:t>
            </a:r>
          </a:p>
          <a:p>
            <a:endParaRPr lang="en-IN" dirty="0"/>
          </a:p>
          <a:p>
            <a:r>
              <a:rPr lang="en-IN" dirty="0"/>
              <a:t>int main() {</a:t>
            </a:r>
          </a:p>
          <a:p>
            <a:r>
              <a:rPr lang="en-IN" dirty="0"/>
              <a:t>    struct Student s;</a:t>
            </a:r>
          </a:p>
          <a:p>
            <a:r>
              <a:rPr lang="en-IN" dirty="0"/>
              <a:t>    FILE *</a:t>
            </a:r>
            <a:r>
              <a:rPr lang="en-IN" dirty="0" err="1"/>
              <a:t>fp</a:t>
            </a:r>
            <a:r>
              <a:rPr lang="en-IN" dirty="0"/>
              <a:t>;</a:t>
            </a:r>
          </a:p>
          <a:p>
            <a:r>
              <a:rPr lang="en-IN" dirty="0"/>
              <a:t>    int choice;</a:t>
            </a:r>
          </a:p>
          <a:p>
            <a:endParaRPr lang="en-IN" dirty="0"/>
          </a:p>
          <a:p>
            <a:r>
              <a:rPr lang="en-IN" dirty="0"/>
              <a:t>    do {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("\n1. Add Student");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("\n2. View Students");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("\n3. Exit");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nEnter</a:t>
            </a:r>
            <a:r>
              <a:rPr lang="en-IN" dirty="0"/>
              <a:t> choice: ");</a:t>
            </a:r>
          </a:p>
          <a:p>
            <a:r>
              <a:rPr lang="en-IN" dirty="0"/>
              <a:t>        </a:t>
            </a:r>
            <a:r>
              <a:rPr lang="en-IN" dirty="0" err="1"/>
              <a:t>scanf</a:t>
            </a:r>
            <a:r>
              <a:rPr lang="en-IN" dirty="0"/>
              <a:t>("%d", &amp;choice);</a:t>
            </a:r>
          </a:p>
          <a:p>
            <a:endParaRPr lang="en-IN" dirty="0"/>
          </a:p>
          <a:p>
            <a:r>
              <a:rPr lang="en-IN" dirty="0"/>
              <a:t>        if(choice == 1) {</a:t>
            </a:r>
          </a:p>
          <a:p>
            <a:r>
              <a:rPr lang="en-IN" dirty="0"/>
              <a:t>            </a:t>
            </a:r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("data.txt", "a");</a:t>
            </a:r>
          </a:p>
          <a:p>
            <a:r>
              <a:rPr lang="en-IN" dirty="0"/>
              <a:t>            </a:t>
            </a:r>
            <a:r>
              <a:rPr lang="en-IN" dirty="0" err="1"/>
              <a:t>printf</a:t>
            </a:r>
            <a:r>
              <a:rPr lang="en-IN" dirty="0"/>
              <a:t>("Enter ID Name Marks: ");</a:t>
            </a:r>
          </a:p>
          <a:p>
            <a:r>
              <a:rPr lang="en-IN" dirty="0"/>
              <a:t>            </a:t>
            </a:r>
            <a:r>
              <a:rPr lang="en-IN" dirty="0" err="1"/>
              <a:t>scanf</a:t>
            </a:r>
            <a:r>
              <a:rPr lang="en-IN" dirty="0"/>
              <a:t>("%d %s %f", &amp;s.id, s.name, &amp;</a:t>
            </a:r>
            <a:r>
              <a:rPr lang="en-IN" dirty="0" err="1"/>
              <a:t>s.marks</a:t>
            </a:r>
            <a:r>
              <a:rPr lang="en-IN" dirty="0"/>
              <a:t>);</a:t>
            </a:r>
          </a:p>
          <a:p>
            <a:r>
              <a:rPr lang="en-IN" dirty="0"/>
              <a:t>            </a:t>
            </a:r>
            <a:r>
              <a:rPr lang="en-IN" dirty="0" err="1"/>
              <a:t>fprintf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, "%d %s %f\n", s.id, s.name, </a:t>
            </a:r>
            <a:r>
              <a:rPr lang="en-IN" dirty="0" err="1"/>
              <a:t>s.marks</a:t>
            </a:r>
            <a:r>
              <a:rPr lang="en-IN" dirty="0"/>
              <a:t>);</a:t>
            </a:r>
          </a:p>
          <a:p>
            <a:r>
              <a:rPr lang="en-IN" dirty="0"/>
              <a:t>            </a:t>
            </a:r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    else if(choice == 2) {</a:t>
            </a:r>
          </a:p>
          <a:p>
            <a:r>
              <a:rPr lang="en-IN" dirty="0"/>
              <a:t>            </a:t>
            </a:r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("data.txt", "r");</a:t>
            </a:r>
          </a:p>
          <a:p>
            <a:r>
              <a:rPr lang="en-IN" dirty="0"/>
              <a:t>    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nID</a:t>
            </a:r>
            <a:r>
              <a:rPr lang="en-IN" dirty="0"/>
              <a:t> Name Marks\n");</a:t>
            </a:r>
          </a:p>
          <a:p>
            <a:r>
              <a:rPr lang="en-IN" dirty="0"/>
              <a:t>            while(</a:t>
            </a:r>
            <a:r>
              <a:rPr lang="en-IN" dirty="0" err="1"/>
              <a:t>fscanf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, "%d %s %f", &amp;s.id, s.name, &amp;</a:t>
            </a:r>
            <a:r>
              <a:rPr lang="en-IN" dirty="0" err="1"/>
              <a:t>s.marks</a:t>
            </a:r>
            <a:r>
              <a:rPr lang="en-IN" dirty="0"/>
              <a:t>) != EOF) {</a:t>
            </a:r>
          </a:p>
          <a:p>
            <a:r>
              <a:rPr lang="en-IN" dirty="0"/>
              <a:t>                </a:t>
            </a:r>
            <a:r>
              <a:rPr lang="en-IN" dirty="0" err="1"/>
              <a:t>printf</a:t>
            </a:r>
            <a:r>
              <a:rPr lang="en-IN" dirty="0"/>
              <a:t>("%d %s %.2f\n", s.id, s.name, </a:t>
            </a:r>
            <a:r>
              <a:rPr lang="en-IN" dirty="0" err="1"/>
              <a:t>s.marks</a:t>
            </a:r>
            <a:r>
              <a:rPr lang="en-IN" dirty="0"/>
              <a:t>);</a:t>
            </a:r>
          </a:p>
          <a:p>
            <a:r>
              <a:rPr lang="en-IN" dirty="0"/>
              <a:t>            }</a:t>
            </a:r>
          </a:p>
          <a:p>
            <a:r>
              <a:rPr lang="en-IN" dirty="0"/>
              <a:t>            </a:t>
            </a:r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r>
              <a:rPr lang="en-IN" dirty="0"/>
              <a:t>        }</a:t>
            </a:r>
          </a:p>
          <a:p>
            <a:endParaRPr lang="en-IN" dirty="0"/>
          </a:p>
          <a:p>
            <a:r>
              <a:rPr lang="en-IN" dirty="0"/>
              <a:t>    } while(choice != 3);</a:t>
            </a:r>
          </a:p>
          <a:p>
            <a:endParaRPr lang="en-IN" dirty="0"/>
          </a:p>
          <a:p>
            <a:r>
              <a:rPr lang="en-IN" dirty="0"/>
              <a:t>    return 0;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7142B7-EDDC-4676-8A87-FB4F45D01DDB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285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CE82-54FC-F8E8-AD56-623DAE286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07612-6181-5D7D-6465-D77E0DFB9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D72F3-1A61-D295-50E8-4274390BF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524D8-67FE-CF66-F8E5-B4CE4048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AB1D6-8865-5E0B-FF21-D0383156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78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8DBFE-269F-35DF-12A5-B694BED8F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B6E83-50F3-C969-DFB1-8AB97B476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EF594-2EA5-8968-2FC3-84A9D16D9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03154-F581-559D-2FA9-E2A90875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29061-33B5-0FE8-092F-1C3B74EB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591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05B8-7B6F-B676-30DF-30F3AA911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03D2F-FF9D-8F8D-22AB-61021BA21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7673B-B689-7267-89C2-114EBC57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CE5C1-2439-F933-22A5-E78E201D5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7CB1C-B04B-3820-8D45-8D487CA7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403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7890-3383-E1BF-B51C-7E4D15BE9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65550-F3CE-5527-DC3A-C2A138215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7A7C63-D354-A962-922A-5C2D78058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D7428-FCF2-85ED-1CE3-95373678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A682C-6090-DE5C-CA78-2DE811D59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DE143-30C5-42B9-0ED2-68DA1C655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86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4E55-474F-3F46-AED1-CFCDA809A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5FFB5-AA3C-6654-9965-EA194CF42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1A249-12BC-FFEF-BBB0-3F6710124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C6267-91C6-D38A-B8D9-908C90FCD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281449-4BBB-3DF5-6A4C-53E1A1D35B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0CF9A9-0D85-A9BB-5782-82D5480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84B42-2CE1-98AB-F949-C9932073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5907-8E41-8CA7-9FF0-FB3E226F5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17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A2736-9A09-D95D-A4FE-0F58465EB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4BAF56-F887-2B88-EBC7-19EF71BEC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D5742-02D6-D946-F04A-96B62A591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5AE48-44A6-8642-AD41-A2FC6B5F0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99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EAD590-88E8-8F3D-9BC8-7C06B4612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75EA1E-106A-7D85-A373-08D621FC0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A2B94-89AF-F29E-C8C4-C17AF3AE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315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91B88-AF66-3AE8-495A-27656BDDB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DEA31-DD1C-5FE8-8C87-AC2C98674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651A39-B7AE-24F8-B2C1-A6D919847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321F6-83DE-49B8-1E35-649A3ADCB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4EB522-5954-666E-2107-0FAC5ED5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18110-3ADF-7DF9-328D-858157E8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898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3191-881C-7B76-2477-46812885E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F5FCC7-F28E-B61B-0F5F-E720B8BA4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20B7E-D8C3-366D-3FD9-EE3F7A83C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2D299-546F-E77A-8B49-7305EE003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7A0E11-D93E-7CA4-94DE-C9D72D58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8BDE7-8D75-9809-4CAD-1540E06AC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38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CF2D-82B5-31DA-E309-ACF64837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7B62D-8CD1-67AD-250C-5EC3B08810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B098F-8230-34A7-A480-AF5848AD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913CE-17D9-9352-A0CD-CF709D0CD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98AF3-7337-FE1E-79A7-6E325ED44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97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2DB284-EA80-6AEC-FD46-8F8073D4AC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6153F-A238-322F-701E-45CF5FD1A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37AEF-4EB5-29C4-84C8-D5360A75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2A7DB-3480-11D3-5356-469D3195F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7E097-C83F-65C0-269E-E859DC22B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574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9E631D-D7F6-5BDE-A841-93CBE0B36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1E182-ECFF-51CD-88C2-21584EFBD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C183A-BF2D-D863-0457-2C0DB463B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14244-C9C2-4A15-A3D0-A2CEA19098EF}" type="datetimeFigureOut">
              <a:rPr lang="en-IN" smtClean="0"/>
              <a:t>19-01-2026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C2A0C-FD96-3A92-6FBD-9C8C7BF08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DD7BB-0D59-7875-EE23-CCFD22ABA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0FF8F-5D41-4335-8576-ACDE50EFB7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076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FD774-C7AC-C5FC-AC6D-596EB27BF7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Structures, Files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B103C4-CD0C-A8A0-FF0E-918F196015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293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769E4-3F2F-C592-799A-F78CF34E0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8FFF1-4D66-EC06-E581-F92E37331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end of this chapter, participants will:</a:t>
            </a:r>
          </a:p>
          <a:p>
            <a:r>
              <a:rPr lang="en-US" dirty="0"/>
              <a:t>Use struct to group related data</a:t>
            </a:r>
          </a:p>
          <a:p>
            <a:r>
              <a:rPr lang="en-US" dirty="0"/>
              <a:t>Work with arrays of structures</a:t>
            </a:r>
          </a:p>
          <a:p>
            <a:r>
              <a:rPr lang="en-US" dirty="0"/>
              <a:t>Read/write data using files</a:t>
            </a:r>
          </a:p>
          <a:p>
            <a:r>
              <a:rPr lang="en-US" dirty="0"/>
              <a:t>Create modular programs</a:t>
            </a:r>
          </a:p>
          <a:p>
            <a:r>
              <a:rPr lang="en-US" dirty="0"/>
              <a:t>Build a real-world C mini project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064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B0995-5B10-25A0-7759-CACEDBB66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Structures?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D5D1E-A9C5-0F92-55BD-296B7BAA3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Real-world entities have multiple properties:</a:t>
            </a:r>
          </a:p>
          <a:p>
            <a:pPr marL="0" indent="0">
              <a:buNone/>
            </a:pPr>
            <a:r>
              <a:rPr lang="en-US" dirty="0"/>
              <a:t>Example: Student</a:t>
            </a:r>
          </a:p>
          <a:p>
            <a:pPr lvl="1"/>
            <a:r>
              <a:rPr lang="en-US" dirty="0"/>
              <a:t>id</a:t>
            </a:r>
          </a:p>
          <a:p>
            <a:pPr lvl="1"/>
            <a:r>
              <a:rPr lang="en-US" dirty="0"/>
              <a:t>name</a:t>
            </a:r>
          </a:p>
          <a:p>
            <a:pPr lvl="1"/>
            <a:r>
              <a:rPr lang="en-US" dirty="0"/>
              <a:t>marks</a:t>
            </a:r>
          </a:p>
          <a:p>
            <a:pPr marL="0" indent="0">
              <a:buNone/>
            </a:pPr>
            <a:r>
              <a:rPr lang="en-US" dirty="0"/>
              <a:t>struct Student {</a:t>
            </a:r>
          </a:p>
          <a:p>
            <a:pPr marL="0" indent="0">
              <a:buNone/>
            </a:pPr>
            <a:r>
              <a:rPr lang="en-US" dirty="0"/>
              <a:t>    int id;</a:t>
            </a:r>
          </a:p>
          <a:p>
            <a:pPr marL="0" indent="0">
              <a:buNone/>
            </a:pPr>
            <a:r>
              <a:rPr lang="en-US" dirty="0"/>
              <a:t>    char name[20];</a:t>
            </a:r>
          </a:p>
          <a:p>
            <a:pPr marL="0" indent="0">
              <a:buNone/>
            </a:pPr>
            <a:r>
              <a:rPr lang="en-US" dirty="0"/>
              <a:t>    float marks;</a:t>
            </a:r>
          </a:p>
          <a:p>
            <a:pPr marL="0" indent="0">
              <a:buNone/>
            </a:pPr>
            <a:r>
              <a:rPr lang="en-US" dirty="0"/>
              <a:t>};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29404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598F-B6B1-7BC9-482B-638E6D6FC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8641D-46F3-0B51-F2F4-016F56EA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struct Student s1;</a:t>
            </a:r>
          </a:p>
          <a:p>
            <a:pPr marL="0" indent="0">
              <a:buNone/>
            </a:pPr>
            <a:r>
              <a:rPr lang="en-US" dirty="0"/>
              <a:t>s1.id = 1;</a:t>
            </a:r>
          </a:p>
          <a:p>
            <a:pPr marL="0" indent="0">
              <a:buNone/>
            </a:pPr>
            <a:r>
              <a:rPr lang="en-US" dirty="0" err="1"/>
              <a:t>strcpy</a:t>
            </a:r>
            <a:r>
              <a:rPr lang="en-US" dirty="0"/>
              <a:t>(s1.name, "Amit");</a:t>
            </a:r>
          </a:p>
          <a:p>
            <a:pPr marL="0" indent="0">
              <a:buNone/>
            </a:pPr>
            <a:r>
              <a:rPr lang="en-US" dirty="0"/>
              <a:t>s1.marks = 85.5;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OR</a:t>
            </a:r>
          </a:p>
          <a:p>
            <a:pPr marL="0" indent="0">
              <a:buNone/>
            </a:pPr>
            <a:r>
              <a:rPr lang="en-IN" dirty="0"/>
              <a:t>struct Student s1 = {1, "Amit", 85.5};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389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26F85-38EB-8FDF-2747-8E6586A7B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 of Structures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E66DF-EFF5-AA49-6E89-86E7CB7EE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struct Student </a:t>
            </a:r>
            <a:r>
              <a:rPr lang="en-IN" dirty="0" err="1"/>
              <a:t>cls</a:t>
            </a:r>
            <a:r>
              <a:rPr lang="en-IN" dirty="0"/>
              <a:t>[3];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Memory view (visual):</a:t>
            </a:r>
          </a:p>
          <a:p>
            <a:pPr marL="0" indent="0">
              <a:buNone/>
            </a:pPr>
            <a:r>
              <a:rPr lang="en-IN" dirty="0"/>
              <a:t>[Student][Student][Student]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482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1FAFB-33B1-109B-87DE-231D9FE7F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Handling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8B17-7C48-8DEF-A3BD-332F177EF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Persistent storage</a:t>
            </a:r>
          </a:p>
          <a:p>
            <a:r>
              <a:rPr lang="en-IN" dirty="0"/>
              <a:t>Functions:</a:t>
            </a:r>
          </a:p>
          <a:p>
            <a:pPr lvl="1"/>
            <a:r>
              <a:rPr lang="en-IN" dirty="0" err="1"/>
              <a:t>fopen</a:t>
            </a:r>
            <a:endParaRPr lang="en-IN" dirty="0"/>
          </a:p>
          <a:p>
            <a:pPr lvl="1"/>
            <a:r>
              <a:rPr lang="en-IN" dirty="0" err="1"/>
              <a:t>fprintf</a:t>
            </a:r>
            <a:endParaRPr lang="en-IN" dirty="0"/>
          </a:p>
          <a:p>
            <a:pPr lvl="1"/>
            <a:r>
              <a:rPr lang="en-IN" dirty="0" err="1"/>
              <a:t>fscanf</a:t>
            </a:r>
            <a:endParaRPr lang="en-IN" dirty="0"/>
          </a:p>
          <a:p>
            <a:pPr lvl="1"/>
            <a:r>
              <a:rPr lang="en-IN" dirty="0" err="1"/>
              <a:t>fclose</a:t>
            </a: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r>
              <a:rPr lang="en-IN" dirty="0"/>
              <a:t>FILE *</a:t>
            </a:r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("data.txt", "w");</a:t>
            </a:r>
          </a:p>
          <a:p>
            <a:pPr marL="457200" lvl="1" indent="0">
              <a:buNone/>
            </a:pPr>
            <a:r>
              <a:rPr lang="en-IN" dirty="0" err="1"/>
              <a:t>fprintf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, "Hello File");</a:t>
            </a:r>
          </a:p>
          <a:p>
            <a:pPr marL="457200" lvl="1" indent="0">
              <a:buNone/>
            </a:pPr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6579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D6E3-E5E4-DE8A-C169-4E007C599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96767-4AA2-65C3-23EE-067419432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"w" – write</a:t>
            </a:r>
          </a:p>
          <a:p>
            <a:r>
              <a:rPr lang="en-US" dirty="0"/>
              <a:t>"r" – read</a:t>
            </a:r>
          </a:p>
          <a:p>
            <a:r>
              <a:rPr lang="en-US" dirty="0"/>
              <a:t>"a" – append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826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695D-A80E-4169-4C63-3D9D00A33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Modular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312B2-E5E8-046B-0938-B17585D37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logic into functions</a:t>
            </a:r>
          </a:p>
          <a:p>
            <a:r>
              <a:rPr lang="en-US" dirty="0"/>
              <a:t>Improves readability</a:t>
            </a:r>
          </a:p>
          <a:p>
            <a:r>
              <a:rPr lang="en-US" dirty="0"/>
              <a:t>Easier debugging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676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D6C7-ADC3-0B7B-2887-31FF00E8E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 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E3E18-3703-6D8B-159A-11829BCC2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Student Management System (C)</a:t>
            </a:r>
            <a:br>
              <a:rPr lang="en-US" dirty="0"/>
            </a:br>
            <a:r>
              <a:rPr lang="en-US" dirty="0"/>
              <a:t>Features:</a:t>
            </a:r>
          </a:p>
          <a:p>
            <a:pPr lvl="1"/>
            <a:r>
              <a:rPr lang="en-US" dirty="0"/>
              <a:t>Add student</a:t>
            </a:r>
          </a:p>
          <a:p>
            <a:pPr lvl="1"/>
            <a:r>
              <a:rPr lang="en-US" dirty="0"/>
              <a:t>View all students</a:t>
            </a:r>
          </a:p>
          <a:p>
            <a:pPr lvl="1"/>
            <a:r>
              <a:rPr lang="en-US" dirty="0"/>
              <a:t>Save to file</a:t>
            </a:r>
          </a:p>
          <a:p>
            <a:pPr lvl="1"/>
            <a:r>
              <a:rPr lang="en-US" dirty="0"/>
              <a:t>Load from file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870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CC447-17D4-C412-E1A6-3F6907842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61784-54EA-8524-5003-1B79D72C6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Participants can:</a:t>
            </a:r>
          </a:p>
          <a:p>
            <a:r>
              <a:rPr lang="en-US" dirty="0"/>
              <a:t>Model data using structures</a:t>
            </a:r>
          </a:p>
          <a:p>
            <a:r>
              <a:rPr lang="en-US" dirty="0"/>
              <a:t>Persist data using files</a:t>
            </a:r>
          </a:p>
          <a:p>
            <a:r>
              <a:rPr lang="en-US" dirty="0"/>
              <a:t>Build a complete C application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243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A0E1-2A14-3F6A-9E15-877FD52D7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2972D-58B9-5D8E-69FD-77BA4AD04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and use structures</a:t>
            </a:r>
          </a:p>
          <a:p>
            <a:r>
              <a:rPr lang="en-US" dirty="0"/>
              <a:t>Store multiple records</a:t>
            </a:r>
          </a:p>
          <a:p>
            <a:r>
              <a:rPr lang="en-US" dirty="0"/>
              <a:t>Write to and read from files</a:t>
            </a:r>
          </a:p>
          <a:p>
            <a:r>
              <a:rPr lang="en-US" dirty="0"/>
              <a:t>Build a menu-driven C program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8169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ED792-6D49-CE3F-63DF-C420BCB9C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1 – Basic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E3CC8-BDB8-076E-2063-88B1A1B9D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Create </a:t>
            </a:r>
            <a:r>
              <a:rPr lang="en-IN" dirty="0" err="1"/>
              <a:t>student_struct.c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struct Student {</a:t>
            </a:r>
          </a:p>
          <a:p>
            <a:pPr marL="0" indent="0">
              <a:buNone/>
            </a:pPr>
            <a:r>
              <a:rPr lang="en-IN" dirty="0"/>
              <a:t>    int id;</a:t>
            </a:r>
          </a:p>
          <a:p>
            <a:pPr marL="0" indent="0">
              <a:buNone/>
            </a:pPr>
            <a:r>
              <a:rPr lang="en-IN" dirty="0"/>
              <a:t>    char name[20];</a:t>
            </a:r>
          </a:p>
          <a:p>
            <a:pPr marL="0" indent="0">
              <a:buNone/>
            </a:pPr>
            <a:r>
              <a:rPr lang="en-IN" dirty="0"/>
              <a:t>    float marks;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struct Student s1 = {1, "Ravi", 78.5};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("ID: %d\n", s1.id);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("Name: %s\n", s1.name);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("Marks: %.2f\n", s1.marks);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0480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2F764-CEE3-3FDE-CB38-76E25C2A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2 – Array of Structures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97CA4-544C-7A99-46EF-E8BE21037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Create </a:t>
            </a:r>
            <a:r>
              <a:rPr lang="en-IN" dirty="0" err="1"/>
              <a:t>student_array.c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struct Student {</a:t>
            </a:r>
          </a:p>
          <a:p>
            <a:pPr marL="0" indent="0">
              <a:buNone/>
            </a:pPr>
            <a:r>
              <a:rPr lang="en-IN" dirty="0"/>
              <a:t>    int id;</a:t>
            </a:r>
          </a:p>
          <a:p>
            <a:pPr marL="0" indent="0">
              <a:buNone/>
            </a:pPr>
            <a:r>
              <a:rPr lang="en-IN" dirty="0"/>
              <a:t>    char name[20];</a:t>
            </a:r>
          </a:p>
          <a:p>
            <a:pPr marL="0" indent="0">
              <a:buNone/>
            </a:pPr>
            <a:r>
              <a:rPr lang="en-IN" dirty="0"/>
              <a:t>    float marks;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struct Student </a:t>
            </a:r>
            <a:r>
              <a:rPr lang="en-IN" dirty="0" err="1"/>
              <a:t>cls</a:t>
            </a:r>
            <a:r>
              <a:rPr lang="en-IN" dirty="0"/>
              <a:t>[3];</a:t>
            </a:r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3;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("Enter ID, Name, Marks: 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scanf</a:t>
            </a:r>
            <a:r>
              <a:rPr lang="en-IN" dirty="0"/>
              <a:t>("%d %s %f", &amp;</a:t>
            </a:r>
            <a:r>
              <a:rPr lang="en-IN" dirty="0" err="1"/>
              <a:t>cls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].id, </a:t>
            </a:r>
            <a:r>
              <a:rPr lang="en-IN" dirty="0" err="1"/>
              <a:t>cls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].name, &amp;</a:t>
            </a:r>
            <a:r>
              <a:rPr lang="en-IN" dirty="0" err="1"/>
              <a:t>cls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].marks);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nStudent</a:t>
            </a:r>
            <a:r>
              <a:rPr lang="en-IN" dirty="0"/>
              <a:t> List:\n");</a:t>
            </a:r>
          </a:p>
          <a:p>
            <a:pPr marL="0" indent="0">
              <a:buNone/>
            </a:pPr>
            <a:r>
              <a:rPr lang="en-IN" dirty="0"/>
              <a:t>    for(int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3;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("%d %s %.2f\n",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cls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].id, </a:t>
            </a:r>
            <a:r>
              <a:rPr lang="en-IN" dirty="0" err="1"/>
              <a:t>cls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].name, </a:t>
            </a:r>
            <a:r>
              <a:rPr lang="en-IN" dirty="0" err="1"/>
              <a:t>cls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].marks);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1618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C538-A13D-1A63-9596-87B20023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3 – File 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E6133-7618-21DB-2D5E-FE03AEB52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Create </a:t>
            </a:r>
            <a:r>
              <a:rPr lang="en-IN" dirty="0" err="1"/>
              <a:t>write_file.c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FILE *</a:t>
            </a:r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("students.txt", "w");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fprintf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, "1 Ravi 78.5\n");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fprintf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, "2 Neha 88.0\n");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341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EBAFC-DA41-EB34-CFBA-3C6FEF2A8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4 – File 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50BD-AF80-1F88-C14E-E8543C4EE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Create </a:t>
            </a:r>
            <a:r>
              <a:rPr lang="en-IN" dirty="0" err="1"/>
              <a:t>read_file.c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FILE *</a:t>
            </a:r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("students.txt", "r");</a:t>
            </a:r>
          </a:p>
          <a:p>
            <a:pPr marL="0" indent="0">
              <a:buNone/>
            </a:pPr>
            <a:r>
              <a:rPr lang="en-IN" dirty="0"/>
              <a:t>    int id;</a:t>
            </a:r>
          </a:p>
          <a:p>
            <a:pPr marL="0" indent="0">
              <a:buNone/>
            </a:pPr>
            <a:r>
              <a:rPr lang="en-IN" dirty="0"/>
              <a:t>    char name[20];</a:t>
            </a:r>
          </a:p>
          <a:p>
            <a:pPr marL="0" indent="0">
              <a:buNone/>
            </a:pPr>
            <a:r>
              <a:rPr lang="en-IN" dirty="0"/>
              <a:t>    float marks;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while(</a:t>
            </a:r>
            <a:r>
              <a:rPr lang="en-IN" dirty="0" err="1"/>
              <a:t>fscanf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, "%d %s %f", &amp;id, name, &amp;marks) != EOF)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("%d %s %.2f\n", id, name, marks);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144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F600-BB0E-2E5E-3917-3933CF4F9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 PROJECT – Student Management System (C)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4C839-15F1-6E06-B218-06CDE2C5C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Create </a:t>
            </a:r>
            <a:r>
              <a:rPr lang="en-IN" dirty="0" err="1"/>
              <a:t>student_mgmt.c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struct Student {</a:t>
            </a:r>
          </a:p>
          <a:p>
            <a:pPr marL="0" indent="0">
              <a:buNone/>
            </a:pPr>
            <a:r>
              <a:rPr lang="en-IN" dirty="0"/>
              <a:t>    int id;</a:t>
            </a:r>
          </a:p>
          <a:p>
            <a:pPr marL="0" indent="0">
              <a:buNone/>
            </a:pPr>
            <a:r>
              <a:rPr lang="en-IN" dirty="0"/>
              <a:t>    char name[20];</a:t>
            </a:r>
          </a:p>
          <a:p>
            <a:pPr marL="0" indent="0">
              <a:buNone/>
            </a:pPr>
            <a:r>
              <a:rPr lang="en-IN" dirty="0"/>
              <a:t>    float marks;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struct Student s;</a:t>
            </a:r>
          </a:p>
          <a:p>
            <a:pPr marL="0" indent="0">
              <a:buNone/>
            </a:pPr>
            <a:r>
              <a:rPr lang="en-IN" dirty="0"/>
              <a:t>    FILE *</a:t>
            </a:r>
            <a:r>
              <a:rPr lang="en-IN" dirty="0" err="1"/>
              <a:t>fp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int choice;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do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("\n1. Add Student");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("\n2. View Students");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("\n3. Exit");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nEnter</a:t>
            </a:r>
            <a:r>
              <a:rPr lang="en-IN" dirty="0"/>
              <a:t> choice: 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scanf</a:t>
            </a:r>
            <a:r>
              <a:rPr lang="en-IN" dirty="0"/>
              <a:t>("%d", &amp;choice);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if(choice == 1)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("data.txt", "a");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printf</a:t>
            </a:r>
            <a:r>
              <a:rPr lang="en-IN" dirty="0"/>
              <a:t>("Enter ID Name Marks: ");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scanf</a:t>
            </a:r>
            <a:r>
              <a:rPr lang="en-IN" dirty="0"/>
              <a:t>("%d %s %f", &amp;s.id, s.name, &amp;</a:t>
            </a:r>
            <a:r>
              <a:rPr lang="en-IN" dirty="0" err="1"/>
              <a:t>s.marks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fprintf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, "%d %s %f\n", s.id, s.name, </a:t>
            </a:r>
            <a:r>
              <a:rPr lang="en-IN" dirty="0" err="1"/>
              <a:t>s.marks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    else if(choice == 2)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("data.txt", "r");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nID</a:t>
            </a:r>
            <a:r>
              <a:rPr lang="en-IN" dirty="0"/>
              <a:t> Name Marks\n");</a:t>
            </a:r>
          </a:p>
          <a:p>
            <a:pPr marL="0" indent="0">
              <a:buNone/>
            </a:pPr>
            <a:r>
              <a:rPr lang="en-IN" dirty="0"/>
              <a:t>            while(</a:t>
            </a:r>
            <a:r>
              <a:rPr lang="en-IN" dirty="0" err="1"/>
              <a:t>fscanf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, "%d %s %f", &amp;s.id, s.name, &amp;</a:t>
            </a:r>
            <a:r>
              <a:rPr lang="en-IN" dirty="0" err="1"/>
              <a:t>s.marks</a:t>
            </a:r>
            <a:r>
              <a:rPr lang="en-IN" dirty="0"/>
              <a:t>) != EOF) {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printf</a:t>
            </a:r>
            <a:r>
              <a:rPr lang="en-IN" dirty="0"/>
              <a:t>("%d %s %.2f\n", s.id, s.name, </a:t>
            </a:r>
            <a:r>
              <a:rPr lang="en-IN" dirty="0" err="1"/>
              <a:t>s.marks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    }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} while(choice != 3);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051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42975-DAB6-04A5-8EFF-7F315CD6C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543D5-C02D-ACC3-BF73-9230AAD3C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“Delete Student by ID”</a:t>
            </a:r>
          </a:p>
          <a:p>
            <a:r>
              <a:rPr lang="en-US" dirty="0"/>
              <a:t>Add “Search Student”</a:t>
            </a:r>
          </a:p>
          <a:p>
            <a:r>
              <a:rPr lang="en-US" dirty="0"/>
              <a:t>Add “Update Marks”</a:t>
            </a:r>
          </a:p>
          <a:p>
            <a:r>
              <a:rPr lang="en-US" dirty="0"/>
              <a:t>Sort students by marks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2746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1288</Words>
  <Application>Microsoft Office PowerPoint</Application>
  <PresentationFormat>Widescreen</PresentationFormat>
  <Paragraphs>222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Structures, Files</vt:lpstr>
      <vt:lpstr>Learning Objective</vt:lpstr>
      <vt:lpstr>Why Structures?</vt:lpstr>
      <vt:lpstr>Using Structures</vt:lpstr>
      <vt:lpstr>Array of Structures</vt:lpstr>
      <vt:lpstr>File Handling Basics</vt:lpstr>
      <vt:lpstr>File Modes</vt:lpstr>
      <vt:lpstr>Modular Programming</vt:lpstr>
      <vt:lpstr>Mini Project Overview</vt:lpstr>
      <vt:lpstr>Learning Outcomes</vt:lpstr>
      <vt:lpstr>Lab</vt:lpstr>
      <vt:lpstr>Lab 1 – Basic Structure</vt:lpstr>
      <vt:lpstr>Lab 2 – Array of Structures</vt:lpstr>
      <vt:lpstr>Lab 3 – File Write</vt:lpstr>
      <vt:lpstr>Lab 4 – File Read</vt:lpstr>
      <vt:lpstr>MINI PROJECT – Student Management System (C)</vt:lpstr>
      <vt:lpstr>Practice Tasks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Prabhat Chandra</dc:creator>
  <cp:lastModifiedBy>Prabhat Chandra</cp:lastModifiedBy>
  <cp:revision>1</cp:revision>
  <dcterms:created xsi:type="dcterms:W3CDTF">2026-01-19T03:23:50Z</dcterms:created>
  <dcterms:modified xsi:type="dcterms:W3CDTF">2026-01-19T03:24:06Z</dcterms:modified>
</cp:coreProperties>
</file>